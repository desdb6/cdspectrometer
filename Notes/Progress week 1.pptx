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3B6A-3E12-E9E0-C639-F7C5F3986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8526B-8B53-DF5F-299D-3DC69705F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436D1-3EEE-0FEA-A3ED-618729FE9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FF8DE-884C-9917-0100-E1FC6AE2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DBAEA-66FB-C39E-0A26-3F96F528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31024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A7602-E111-01F0-E872-99139227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37C3A-578E-800B-02A0-B5E6120B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0DB12-1026-419B-9DFB-6363261B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E8EDF-BFB1-588F-DCA5-F7744608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8472-7CA3-F0A2-0B3A-917E84FA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7555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C2F9-6838-F4A0-4638-176B0499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04CF4-ABB0-78F9-0D71-A02E67069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F44EB-EC8C-AEAE-F709-BDEE4361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F5845-2890-C43E-7610-061B7360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8C355-B8FA-60F2-2E26-729A189C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4672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32318-718F-AD39-5E1F-4CFDDFE4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A0B27-B849-ABA9-A51A-B338902E9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E3636-C0B6-FD7B-C0BC-43B6BDA82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B7F12-A309-E729-B2B0-A9B686200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FF332-36A5-1C7E-D395-E73FC945A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9C73A-3A10-4CE1-B4E1-0D37E6E2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55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3FD1-1B69-29D7-818B-804BD96FC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E9FFF-1CA4-63DA-4103-DEBE95029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10D21-EBA4-38BC-C6CF-8AAC69094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D573B3-FAD2-94B2-3087-D9EF0798E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A864A8-CBFD-2101-A418-0E2CF9915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64910-E85F-48F7-4D8C-9F7E7A8A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92179-60BC-4203-2180-FCAD0390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07FABA-0102-F4DF-E5CB-8BCD16ED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34471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98DCD-7B03-41FD-54FB-3C9B72126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460A5-A176-2063-FA39-B8041691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206D5-6EB6-FE26-1A0F-5B8DA1C7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772864-797D-7D70-A3AA-5246AEC0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02450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112EE-9FB2-8290-9FFD-8616C715F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EEFAC-A77E-8015-98B9-4929C1C1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0A2E7-9FD4-8BEF-325D-5DDFEA0F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22053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799D3-CE03-F5CF-79B4-A935B692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72793-8F67-B0D6-360A-C8E5FDCF3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6F6CA-879F-8087-62D8-B6527EB67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6A879-1BD3-BBA8-ADD5-4D7994185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F3690-5482-08DD-D60E-758AE6C5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3EFE3-493D-42A7-C850-B31E0B10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3582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CF1E-0A0D-1E03-A91F-F92AAB4D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555D2-981C-D4BB-F6CB-44AAFADED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C14A3-8F7B-23C1-F92E-DD573C533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44F11-4AFD-CCD3-0718-666062CA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838BB-6ACC-D37C-CA4C-0CC98E21B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FC98B-A2E7-BEF7-A232-7EED196C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5972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5F1A-6925-E969-B34F-5F9ED11F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93B9C-3C24-5D48-5E3C-C41E6BC76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BF67B-8D9D-F916-CDB9-8E74404C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1B03F-3837-8BD5-2437-0A43D4B5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3D0E-7879-50DD-316E-7488D941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013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82489C-2F55-E321-3E15-203B68CBFA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0A8AB-FAD2-2F4B-951F-74731AF2B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655D6-5E05-7D47-FB4D-A981A6D8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257BB-E968-FA8B-C27A-B5C2F4790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7CFEB-9A11-4166-B9E0-2CF0E9DF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979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09DA0B-C44A-5747-E68D-74A4F315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1F587-0FE3-DDD1-BB82-BFBA93B14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6108B-84B3-A48A-BA00-9260A69C8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53023-349B-4E0E-9EC9-96E109A9BB06}" type="datetimeFigureOut">
              <a:rPr lang="en-BE" smtClean="0"/>
              <a:t>28/08/2026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D371-0289-4E90-ADD9-E7BD7CE3CD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2CE82-09F3-76EF-5ED1-BCE8C5855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619B7-1371-4E63-B481-75EA7C6919E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4953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5F69-5EBB-5A5E-E421-66AAB8C34E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B0498-12A8-BBA4-18FF-91D5213FFC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56243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 De Borger</dc:creator>
  <cp:lastModifiedBy>Des De Borger</cp:lastModifiedBy>
  <cp:revision>1</cp:revision>
  <dcterms:created xsi:type="dcterms:W3CDTF">2026-08-28T11:12:09Z</dcterms:created>
  <dcterms:modified xsi:type="dcterms:W3CDTF">2026-08-28T11:12:56Z</dcterms:modified>
</cp:coreProperties>
</file>